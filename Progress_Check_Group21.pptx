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Group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02C39A"/>
                </a:solidFill>
              </a:defRPr>
            </a:pPr>
            <a:r>
              <a:t>Natural Disaster Severity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2F2F2"/>
                </a:solidFill>
              </a:defRPr>
            </a:pPr>
            <a:r>
              <a:t>Progress Check - May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65A82"/>
                </a:solidFill>
              </a:defRPr>
            </a:pPr>
            <a:r>
              <a:t>Project Overview &amp;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065A82"/>
                </a:solidFill>
              </a:defRPr>
            </a:pPr>
            <a:r>
              <a:t>🎯 Goal: Predict drought severity (0-5) for next 5 weeks</a:t>
            </a:r>
            <a:br/>
            <a:br/>
            <a:r>
              <a:t>📊 Data: 2,248 regions × 91 days meteorological features</a:t>
            </a:r>
            <a:br/>
            <a:br/>
            <a:r>
              <a:t>🔍 Evaluation: Macro-Averaged Mean Absolute Error (MAE)</a:t>
            </a:r>
            <a:br/>
            <a:br/>
            <a:r>
              <a:t>Baselines to Beat:</a:t>
            </a:r>
            <a:br/>
            <a:r>
              <a:t>  • Baseline 1: 0.9117</a:t>
            </a:r>
            <a:br/>
            <a:r>
              <a:t>  • Baseline 2: 0.8623</a:t>
            </a:r>
            <a:br/>
            <a:r>
              <a:t>  • Baseline 3: 0.8056 ← Our Target!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65A82"/>
                </a:solidFill>
              </a:defRPr>
            </a:pPr>
            <a:r>
              <a:t>What We've Done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65A82"/>
                </a:solidFill>
              </a:defRPr>
            </a:pPr>
            <a:r>
              <a:t>Data Processing</a:t>
            </a:r>
            <a:br/>
            <a:r>
              <a:t>  ✓ Loaded 2,248 regions with 16 meteorological features</a:t>
            </a:r>
            <a:br/>
            <a:r>
              <a:t>  ✓ Handled missing values and outliers</a:t>
            </a:r>
            <a:br/>
            <a:r>
              <a:t>  ✓ Created time-series features</a:t>
            </a:r>
            <a:br/>
            <a:br/>
            <a:r>
              <a:t>Model Development</a:t>
            </a:r>
            <a:br/>
            <a:r>
              <a:t>  ✓ Implemented LightGBM (Gradient Boosting)</a:t>
            </a:r>
            <a:br/>
            <a:r>
              <a:t>  ✓ Feature engineering pipeline</a:t>
            </a:r>
            <a:br/>
            <a:r>
              <a:t>  ✓ Hyperparameter optimization</a:t>
            </a:r>
            <a:br/>
            <a:br/>
            <a:r>
              <a:t>Submission Pipeline</a:t>
            </a:r>
            <a:br/>
            <a:r>
              <a:t>  ✓ Made 12 submission iterations</a:t>
            </a:r>
            <a:br/>
            <a:r>
              <a:t>  ✓ Tested ensemble &amp; blending methods</a:t>
            </a:r>
            <a:br/>
            <a:r>
              <a:t>  ✓ Code organized on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65A82"/>
                </a:solidFill>
              </a:defRPr>
            </a:pPr>
            <a:r>
              <a:t>Challenges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Challenges: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5A82"/>
                </a:solidFill>
              </a:defRPr>
            </a:pPr>
            <a:r>
              <a:t>• Time-series forecasting</a:t>
            </a:r>
            <a:br/>
            <a:r>
              <a:t>• Sparse weekly labels</a:t>
            </a:r>
            <a:br/>
            <a:r>
              <a:t>• Model complexity</a:t>
            </a:r>
            <a:br/>
            <a:r>
              <a:t>• Overfitting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Next Steps (May 22 - June 10):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5A82"/>
                </a:solidFill>
              </a:defRPr>
            </a:pPr>
            <a:r>
              <a:t>1. Hyperparameter tuning</a:t>
            </a:r>
            <a:br/>
            <a:r>
              <a:t>2. Ensemble combinations</a:t>
            </a:r>
            <a:br/>
            <a:r>
              <a:t>3. Feature importance analysis</a:t>
            </a:r>
            <a:br/>
            <a:r>
              <a:t>4. Final Kaggle submission</a:t>
            </a:r>
            <a:br/>
            <a:r>
              <a:t>5. Technical report (IEEE)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C7293"/>
                </a:solidFill>
              </a:defRPr>
            </a:pPr>
            <a:r>
              <a:t>Goal: Final MAE &lt; 0.8056 | Complete code on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